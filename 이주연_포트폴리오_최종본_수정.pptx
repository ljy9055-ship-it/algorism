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Unity 6 자동 전투 슈팅 게임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게임 개발 포트폴리오 | 이주연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Unity 6와 C#을 활용한 자동 전투 슈팅 게임 제작</a:t>
            </a:r>
          </a:p>
          <a:p>
            <a:r>
              <a:t>• 게임 수학, 자료구조, 탐색 알고리즘 학습 내용 적용</a:t>
            </a:r>
          </a:p>
          <a:p>
            <a:r>
              <a:t>• 플레이어 자동 공격, 몬스터 AI, 인벤토리 구현</a:t>
            </a:r>
          </a:p>
          <a:p>
            <a:r>
              <a:t>• 기획부터 구현 및 테스트까지 1인 개발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과제 요구사항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게임 수학 : Vector3, 거리 판정, 회전 처리 활용</a:t>
            </a:r>
          </a:p>
          <a:p>
            <a:r>
              <a:t>• 물리/충돌 : Rigidbody, Collider 기반 구현</a:t>
            </a:r>
          </a:p>
          <a:p>
            <a:r>
              <a:t>• 자료구조 : List, Queue, HashSet, Dictionary 활용</a:t>
            </a:r>
          </a:p>
          <a:p>
            <a:r>
              <a:t>• 탐색 알고리즘 : BFS 기반 몬스터 도주 AI 구현</a:t>
            </a:r>
          </a:p>
          <a:p>
            <a:r>
              <a:t>• Unity 6 Input System 적용</a:t>
            </a:r>
          </a:p>
          <a:p>
            <a:r>
              <a:t>• 구현 과정과 선택 이유 설명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게임 플레이 화면</a:t>
            </a:r>
          </a:p>
        </p:txBody>
      </p:sp>
      <p:pic>
        <p:nvPicPr>
          <p:cNvPr id="4" name="Picture 3" descr="스크린샷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11612880" cy="74281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및 전투 시스템</a:t>
            </a:r>
          </a:p>
        </p:txBody>
      </p:sp>
      <p:pic>
        <p:nvPicPr>
          <p:cNvPr id="4" name="Picture 3" descr="스크린샷(2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11612880" cy="74281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게임 수학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Vector3를 사용하여 이동 방향 및 공격 방향 계산</a:t>
            </a:r>
          </a:p>
          <a:p>
            <a:r>
              <a:t>• sqrMagnitude를 사용해 제곱근 연산 없이 거리 비교</a:t>
            </a:r>
          </a:p>
          <a:p>
            <a:r>
              <a:t>• Quaternion.LookRotation으로 목표 방향 계산</a:t>
            </a:r>
          </a:p>
          <a:p>
            <a:r>
              <a:t>• Quaternion.Slerp를 사용해 자연스러운 회전 구현</a:t>
            </a:r>
          </a:p>
          <a:p>
            <a:r>
              <a:t>• 좌표 기반 노드 생성으로 탐색 영역 구성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물리 및 충돌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Rigidbody 기반 플레이어 이동</a:t>
            </a:r>
          </a:p>
          <a:p>
            <a:r>
              <a:t>• 투사체 이동 및 충돌 처리</a:t>
            </a:r>
          </a:p>
          <a:p>
            <a:r>
              <a:t>• Collider를 활용한 피격 판정</a:t>
            </a:r>
          </a:p>
          <a:p>
            <a:r>
              <a:t>• Unity 6 물리 흐름을 활용한 상호작용 구현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BFS 기반 몬스터 도주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1920240" cy="73152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40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플레이어 위치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2011680"/>
            <a:ext cx="1920240" cy="73152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240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탐색 시작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011680"/>
            <a:ext cx="1920240" cy="73152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2240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Queue 기반 BFS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011680"/>
            <a:ext cx="1920240" cy="73152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2240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가장 먼 노드 선택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2011680"/>
            <a:ext cx="1920240" cy="73152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240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몬스터 이동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플레이어에게 접근하지 않고 가장 먼 위치를 탐색하여 도주하도록 설계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자료구조 선택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List : 드랍 아이템 목록 관리</a:t>
            </a:r>
          </a:p>
          <a:p>
            <a:r>
              <a:t>• Queue : BFS 탐색 순서 관리</a:t>
            </a:r>
          </a:p>
          <a:p>
            <a:r>
              <a:t>• HashSet : 중복 방문 방지</a:t>
            </a:r>
          </a:p>
          <a:p>
            <a:r>
              <a:t>• Dictionary&lt;ItemData,int&gt; : 인벤토리 수량 관리</a:t>
            </a:r>
          </a:p>
          <a:p>
            <a:r>
              <a:t>• 데이터 접근 목적에 맞는 자료구조 선택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인벤토리 및 성장 시스템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005840"/>
            <a:ext cx="2743200" cy="59436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11704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몬스터 처치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2743200" cy="59436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99339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아이템 드랍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2743200" cy="59436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81635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자동 획득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474720"/>
            <a:ext cx="2743200" cy="59436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63931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인벤토리 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297680"/>
            <a:ext cx="2743200" cy="59436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446227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사거리 증가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Unity 6 프로젝트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PlayerAttack : 자동 공격 및 타겟 탐색</a:t>
            </a:r>
          </a:p>
          <a:p>
            <a:r>
              <a:t>• Monster : 체력 및 피격 처리</a:t>
            </a:r>
          </a:p>
          <a:p>
            <a:r>
              <a:t>• MonsterDropper : 아이템 드랍</a:t>
            </a:r>
          </a:p>
          <a:p>
            <a:r>
              <a:t>• PlayerInventory : 아이템 저장</a:t>
            </a:r>
          </a:p>
          <a:p>
            <a:r>
              <a:t>• AutoItemCollector : 자동 획득</a:t>
            </a:r>
          </a:p>
          <a:p>
            <a:r>
              <a:t>• ItemData(ScriptableObject) : 아이템 데이터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트러블 슈팅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Input System 전환 과정의 입력 오류 해결</a:t>
            </a:r>
          </a:p>
          <a:p>
            <a:r>
              <a:t>• Root Motion으로 인한 모델 이탈 문제 해결</a:t>
            </a:r>
          </a:p>
          <a:p>
            <a:r>
              <a:t>• 벽 통과 문제를 Collider 및 레이어 설정으로 해결</a:t>
            </a:r>
          </a:p>
          <a:p>
            <a:r>
              <a:t>• Audio Listener 중복 문제 해결</a:t>
            </a:r>
          </a:p>
          <a:p>
            <a:r>
              <a:t>• Unity 콘솔 로그 기반 디버깅 경험 축적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프로젝트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자동 전투 시스템 구현</a:t>
            </a:r>
          </a:p>
          <a:p>
            <a:r>
              <a:t>• BFS 탐색 알고리즘 구현</a:t>
            </a:r>
          </a:p>
          <a:p>
            <a:r>
              <a:t>• 인벤토리 및 성장 시스템 구현</a:t>
            </a:r>
          </a:p>
          <a:p>
            <a:r>
              <a:t>• 게임 수학과 자료구조를 실제 게임에 적용</a:t>
            </a:r>
          </a:p>
          <a:p>
            <a:r>
              <a:t>• Unity 6 개발 경험 확보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배운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자료구조는 목적에 맞게 선택해야 성능이 좋아진다</a:t>
            </a:r>
          </a:p>
          <a:p>
            <a:r>
              <a:t>• 탐색 알고리즘은 게임 AI에 직접 활용 가능하다</a:t>
            </a:r>
          </a:p>
          <a:p>
            <a:r>
              <a:t>• 게임 수학은 이동, 회전, 거리 판정의 핵심이다</a:t>
            </a:r>
          </a:p>
          <a:p>
            <a:r>
              <a:t>• Unity 컴포넌트 구조를 활용하면 기능 분리가 용이하다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