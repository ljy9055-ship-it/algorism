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0000"/>
          </a:xfrm>
          <a:prstGeom prst="rect">
            <a:avLst/>
          </a:prstGeom>
          <a:solidFill>
            <a:srgbClr val="214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Unity 6 미로 탐색 게임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/>
            </a:pPr>
            <a:r>
              <a:t>게임 개발 과제 포트폴리오</a:t>
            </a:r>
          </a:p>
          <a:p>
            <a:pPr algn="ctr">
              <a:defRPr sz="2200"/>
            </a:pPr>
            <a:r>
              <a:t>이주연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0000"/>
          </a:xfrm>
          <a:prstGeom prst="rect">
            <a:avLst/>
          </a:prstGeom>
          <a:solidFill>
            <a:srgbClr val="214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1. 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프로젝트명 : Unity 6 미로 탐색 게임</a:t>
            </a:r>
          </a:p>
          <a:p>
            <a:pPr>
              <a:defRPr sz="2000"/>
            </a:pPr>
            <a:r>
              <a:t>• 개발 환경 : Unity 6 / C#</a:t>
            </a:r>
          </a:p>
          <a:p>
            <a:pPr>
              <a:defRPr sz="2000"/>
            </a:pPr>
            <a:r>
              <a:t>• 사용 기술 : Input System, Character Controller, Cinemachine, UI</a:t>
            </a:r>
          </a:p>
          <a:p>
            <a:pPr>
              <a:defRPr sz="2000"/>
            </a:pPr>
            <a:r>
              <a:t>• 목표 : 미로를 탐색하여 목표 지점에 도달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0000"/>
          </a:xfrm>
          <a:prstGeom prst="rect">
            <a:avLst/>
          </a:prstGeom>
          <a:solidFill>
            <a:srgbClr val="214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2. 게임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플레이어는 미로를 탐색한다.</a:t>
            </a:r>
          </a:p>
          <a:p>
            <a:pPr>
              <a:defRPr sz="2000"/>
            </a:pPr>
            <a:r>
              <a:t>• F키로 적과 상호작용하여 적을 제거한다.</a:t>
            </a:r>
          </a:p>
          <a:p>
            <a:pPr>
              <a:defRPr sz="2000"/>
            </a:pPr>
            <a:r>
              <a:t>• 적을 제거하면 코인을 획득한다.</a:t>
            </a:r>
          </a:p>
          <a:p>
            <a:pPr>
              <a:defRPr sz="2000"/>
            </a:pPr>
            <a:r>
              <a:t>• 획득한 코인은 UI 인벤토리에 표시된다.</a:t>
            </a:r>
          </a:p>
          <a:p>
            <a:pPr>
              <a:defRPr sz="2000"/>
            </a:pPr>
            <a:r>
              <a:t>• 목표 지점 도달 시 YOU WIN 화면이 출력된다.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[스크린샷 삽입]</a:t>
            </a:r>
          </a:p>
        </p:txBody>
      </p:sp>
      <p:pic>
        <p:nvPicPr>
          <p:cNvPr id="5" name="Picture 4" descr="이동 스크린샷 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749039"/>
            <a:ext cx="3200400" cy="3114483"/>
          </a:xfrm>
          <a:prstGeom prst="rect">
            <a:avLst/>
          </a:prstGeom>
        </p:spPr>
      </p:pic>
      <p:pic>
        <p:nvPicPr>
          <p:cNvPr id="6" name="Picture 5" descr="이동 스크린샷(4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3749039"/>
            <a:ext cx="3200400" cy="19012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0000"/>
          </a:xfrm>
          <a:prstGeom prst="rect">
            <a:avLst/>
          </a:prstGeom>
          <a:solidFill>
            <a:srgbClr val="214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3. Input System 구현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WASD : 플레이어 이동</a:t>
            </a:r>
          </a:p>
          <a:p>
            <a:pPr>
              <a:defRPr sz="2000"/>
            </a:pPr>
            <a:r>
              <a:t>• 마우스 : 카메라 방향 제어</a:t>
            </a:r>
          </a:p>
          <a:p>
            <a:pPr>
              <a:defRPr sz="2000"/>
            </a:pPr>
            <a:r>
              <a:t>• F : 적과 상호작용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• 입력 → Player Controller / Player Interact 스크립트로 전달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[입력 구조 그림 삽입]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0000"/>
          </a:xfrm>
          <a:prstGeom prst="rect">
            <a:avLst/>
          </a:prstGeom>
          <a:solidFill>
            <a:srgbClr val="214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4. 플레이어 제어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Character Controller를 이용한 이동</a:t>
            </a:r>
          </a:p>
          <a:p>
            <a:pPr>
              <a:defRPr sz="2000"/>
            </a:pPr>
            <a:r>
              <a:t>• 충돌을 안정적으로 처리</a:t>
            </a:r>
          </a:p>
          <a:p>
            <a:pPr>
              <a:defRPr sz="2000"/>
            </a:pPr>
            <a:r>
              <a:t>• 플레이어 입력에 따라 이동</a:t>
            </a:r>
          </a:p>
          <a:p>
            <a:pPr>
              <a:defRPr sz="2000"/>
            </a:pPr>
            <a:r>
              <a:t>• 실행 중 이동 결과를 직접 확인 가능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[이동 장면 스크린샷]</a:t>
            </a:r>
          </a:p>
        </p:txBody>
      </p:sp>
      <p:pic>
        <p:nvPicPr>
          <p:cNvPr id="5" name="Picture 4" descr="상호작용 스크린샷 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474720"/>
            <a:ext cx="3200400" cy="3155206"/>
          </a:xfrm>
          <a:prstGeom prst="rect">
            <a:avLst/>
          </a:prstGeom>
        </p:spPr>
      </p:pic>
      <p:pic>
        <p:nvPicPr>
          <p:cNvPr id="6" name="Picture 5" descr="상호작용 스크린샷(4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3474720"/>
            <a:ext cx="3200400" cy="17737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0000"/>
          </a:xfrm>
          <a:prstGeom prst="rect">
            <a:avLst/>
          </a:prstGeom>
          <a:solidFill>
            <a:srgbClr val="214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5. Cinemachine 카메라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Virtual Camera 사용</a:t>
            </a:r>
          </a:p>
          <a:p>
            <a:pPr>
              <a:defRPr sz="2000"/>
            </a:pPr>
            <a:r>
              <a:t>• Follow : 플레이어 추적</a:t>
            </a:r>
          </a:p>
          <a:p>
            <a:pPr>
              <a:defRPr sz="2000"/>
            </a:pPr>
            <a:r>
              <a:t>• Look At : 플레이어를 바라봄</a:t>
            </a:r>
          </a:p>
          <a:p>
            <a:pPr>
              <a:defRPr sz="2000"/>
            </a:pPr>
            <a:r>
              <a:t>• Cinemachine Brain : 최종 카메라 출력</a:t>
            </a:r>
          </a:p>
          <a:p>
            <a:pPr>
              <a:defRPr sz="2000"/>
            </a:pPr>
            <a:r>
              <a:t>• 플레이어 이동에 따라 자연스럽게 카메라 이동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0000"/>
          </a:xfrm>
          <a:prstGeom prst="rect">
            <a:avLst/>
          </a:prstGeom>
          <a:solidFill>
            <a:srgbClr val="214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6. 상호작용 및 상태 변화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대기 → 이동</a:t>
            </a:r>
          </a:p>
          <a:p>
            <a:pPr>
              <a:defRPr sz="2000"/>
            </a:pPr>
            <a:r>
              <a:t>• 이동 → F키 상호작용</a:t>
            </a:r>
          </a:p>
          <a:p>
            <a:pPr>
              <a:defRPr sz="2000"/>
            </a:pPr>
            <a:r>
              <a:t>• 상호작용 → 적 제거</a:t>
            </a:r>
          </a:p>
          <a:p>
            <a:pPr>
              <a:defRPr sz="2000"/>
            </a:pPr>
            <a:r>
              <a:t>• 코인 획득 → 인벤토리 갱신</a:t>
            </a:r>
          </a:p>
          <a:p>
            <a:pPr>
              <a:defRPr sz="2000"/>
            </a:pPr>
            <a:r>
              <a:t>• 목표 도달 → YOU WIN</a:t>
            </a:r>
          </a:p>
        </p:txBody>
      </p:sp>
      <p:pic>
        <p:nvPicPr>
          <p:cNvPr id="5" name="Picture 4" descr="승리화면 스크린샷 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3474720"/>
            <a:ext cx="3200400" cy="30968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0000"/>
          </a:xfrm>
          <a:prstGeom prst="rect">
            <a:avLst/>
          </a:prstGeom>
          <a:solidFill>
            <a:srgbClr val="214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7. 게임 플레이 루프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게임 시작</a:t>
            </a:r>
          </a:p>
          <a:p>
            <a:pPr algn="ctr">
              <a:defRPr sz="2400"/>
            </a:pPr>
            <a:r>
              <a:t>↓</a:t>
            </a:r>
          </a:p>
          <a:p>
            <a:pPr>
              <a:defRPr sz="2000"/>
            </a:pPr>
            <a:r>
              <a:t>• 미로 탐색</a:t>
            </a:r>
          </a:p>
          <a:p>
            <a:pPr algn="ctr">
              <a:defRPr sz="2400"/>
            </a:pPr>
            <a:r>
              <a:t>↓</a:t>
            </a:r>
          </a:p>
          <a:p>
            <a:pPr>
              <a:defRPr sz="2000"/>
            </a:pPr>
            <a:r>
              <a:t>• 적과 상호작용</a:t>
            </a:r>
          </a:p>
          <a:p>
            <a:pPr algn="ctr">
              <a:defRPr sz="2400"/>
            </a:pPr>
            <a:r>
              <a:t>↓</a:t>
            </a:r>
          </a:p>
          <a:p>
            <a:pPr>
              <a:defRPr sz="2000"/>
            </a:pPr>
            <a:r>
              <a:t>• 코인 획득</a:t>
            </a:r>
          </a:p>
          <a:p>
            <a:pPr algn="ctr">
              <a:defRPr sz="2400"/>
            </a:pPr>
            <a:r>
              <a:t>↓</a:t>
            </a:r>
          </a:p>
          <a:p>
            <a:pPr>
              <a:defRPr sz="2000"/>
            </a:pPr>
            <a:r>
              <a:t>• 목표 도달</a:t>
            </a:r>
          </a:p>
          <a:p>
            <a:pPr algn="ctr">
              <a:defRPr sz="2400"/>
            </a:pPr>
            <a:r>
              <a:t>↓</a:t>
            </a:r>
          </a:p>
          <a:p>
            <a:pPr>
              <a:defRPr sz="2000"/>
            </a:pPr>
            <a:r>
              <a:t>• YOU WIN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0000"/>
          </a:xfrm>
          <a:prstGeom prst="rect">
            <a:avLst/>
          </a:prstGeom>
          <a:solidFill>
            <a:srgbClr val="214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8. 트러블 슈팅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Input System 연결 문제 해결</a:t>
            </a:r>
          </a:p>
          <a:p>
            <a:pPr>
              <a:defRPr sz="2000"/>
            </a:pPr>
            <a:r>
              <a:t>• Cinemachine 카메라 위치 문제 해결</a:t>
            </a:r>
          </a:p>
          <a:p>
            <a:pPr>
              <a:defRPr sz="2000"/>
            </a:pPr>
            <a:r>
              <a:t>• TMP 폰트 적용 문제 해결</a:t>
            </a:r>
          </a:p>
          <a:p>
            <a:pPr>
              <a:defRPr sz="2000"/>
            </a:pPr>
            <a:r>
              <a:t>• UI 표시 문제 해결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0000"/>
          </a:xfrm>
          <a:prstGeom prst="rect">
            <a:avLst/>
          </a:prstGeom>
          <a:solidFill>
            <a:srgbClr val="214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9. 과제 요구사항 충족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Input System 기반 입력 처리 ✔</a:t>
            </a:r>
          </a:p>
          <a:p>
            <a:pPr>
              <a:defRPr sz="2000"/>
            </a:pPr>
            <a:r>
              <a:t>• Character Controller 플레이어 제어 ✔</a:t>
            </a:r>
          </a:p>
          <a:p>
            <a:pPr>
              <a:defRPr sz="2000"/>
            </a:pPr>
            <a:r>
              <a:t>• 상태 변화 구현 ✔</a:t>
            </a:r>
          </a:p>
          <a:p>
            <a:pPr>
              <a:defRPr sz="2000"/>
            </a:pPr>
            <a:r>
              <a:t>• Cinemachine 카메라 ✔</a:t>
            </a:r>
          </a:p>
          <a:p>
            <a:pPr>
              <a:defRPr sz="2000"/>
            </a:pPr>
            <a:r>
              <a:t>• 상호작용 대상 구현 ✔</a:t>
            </a:r>
          </a:p>
          <a:p>
            <a:pPr>
              <a:defRPr sz="2000"/>
            </a:pPr>
            <a:r>
              <a:t>• 게임 흐름 구현 ✔</a:t>
            </a:r>
          </a:p>
          <a:p>
            <a:pPr>
              <a:defRPr sz="2000"/>
            </a:pPr>
            <a:r>
              <a:t>• 플레이 루프 구성 ✔</a:t>
            </a:r>
          </a:p>
          <a:p>
            <a:pPr>
              <a:defRPr sz="2000"/>
            </a:pPr>
            <a:r>
              <a:t>• 시연 가능 상태 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0000"/>
          </a:xfrm>
          <a:prstGeom prst="rect">
            <a:avLst/>
          </a:prstGeom>
          <a:solidFill>
            <a:srgbClr val="214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10. 배운 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Unity Input System 활용 방법 습득</a:t>
            </a:r>
          </a:p>
          <a:p>
            <a:pPr>
              <a:defRPr sz="2000"/>
            </a:pPr>
            <a:r>
              <a:t>• Character Controller와 Cinemachine 연동 경험</a:t>
            </a:r>
          </a:p>
          <a:p>
            <a:pPr>
              <a:defRPr sz="2000"/>
            </a:pPr>
            <a:r>
              <a:t>• UI와 게임 로직 연동 경험</a:t>
            </a:r>
          </a:p>
          <a:p>
            <a:pPr>
              <a:defRPr sz="2000"/>
            </a:pPr>
            <a:r>
              <a:t>• 하나의 게임 플레이 루프 설계 경험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0000"/>
          </a:xfrm>
          <a:prstGeom prst="rect">
            <a:avLst/>
          </a:prstGeom>
          <a:solidFill>
            <a:srgbClr val="214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