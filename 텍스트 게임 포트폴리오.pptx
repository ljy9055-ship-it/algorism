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Unity 2D 텍스트 RPG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선택지 기반 2D 텍스트 RPG</a:t>
            </a:r>
          </a:p>
          <a:p>
            <a:r>
              <a:rPr sz="1800"/>
              <a:t>Unity 6 / C# / ScriptableObject / Input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• 실행 Scene : Assets/Scenes/SampleScene</a:t>
            </a:r>
          </a:p>
          <a:p>
            <a:r>
              <a:rPr sz="1800"/>
              <a:t>• 조작 : 마우스 클릭</a:t>
            </a:r>
          </a:p>
          <a:p>
            <a:r>
              <a:rPr sz="1800"/>
              <a:t>• 목표 : 100골드를 모아 '연구하기' 선택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게임 플레이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게임 시작 → 스토리 진행 → 선택지 → 전투 → 보상 → 100골드 → 연구하기 → 종료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Input System 기반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• Unity Input System 사용</a:t>
            </a:r>
          </a:p>
          <a:p>
            <a:r>
              <a:rPr sz="1800"/>
              <a:t>• EventSystem + UI Button(onClick)</a:t>
            </a:r>
          </a:p>
          <a:p>
            <a:r>
              <a:rPr sz="1800"/>
              <a:t>• StoryManager / BattleManager 연결</a:t>
            </a:r>
          </a:p>
        </p:txBody>
      </p:sp>
      <p:pic>
        <p:nvPicPr>
          <p:cNvPr id="4" name="Picture 3" descr="스크린샷(4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126480" cy="39187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선택지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• StoryNode 기반 선택지 생성</a:t>
            </a:r>
          </a:p>
          <a:p>
            <a:r>
              <a:rPr sz="1800"/>
              <a:t>• 조건부 선택지</a:t>
            </a:r>
          </a:p>
          <a:p>
            <a:r>
              <a:rPr sz="1800"/>
              <a:t>• 체력·골드·아이템·이벤트 변화</a:t>
            </a:r>
          </a:p>
        </p:txBody>
      </p:sp>
      <p:pic>
        <p:nvPicPr>
          <p:cNvPr id="4" name="Picture 3" descr="스크린샷(1)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126480" cy="39187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턴제 전투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• 공격 / 방어 선택</a:t>
            </a:r>
          </a:p>
          <a:p>
            <a:r>
              <a:rPr sz="1800"/>
              <a:t>• HP 관리</a:t>
            </a:r>
          </a:p>
          <a:p>
            <a:r>
              <a:rPr sz="1800"/>
              <a:t>• 승리 시 보상 지급</a:t>
            </a:r>
          </a:p>
          <a:p>
            <a:r>
              <a:rPr sz="1800"/>
              <a:t>• 스토리 복귀</a:t>
            </a:r>
          </a:p>
        </p:txBody>
      </p:sp>
      <p:pic>
        <p:nvPicPr>
          <p:cNvPr id="4" name="Picture 3" descr="스크린샷(2)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6126480" cy="39187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상태 변화 및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• PlayerData로 체력, 골드, 아이템 관리</a:t>
            </a:r>
          </a:p>
          <a:p>
            <a:r>
              <a:rPr sz="1800"/>
              <a:t>• Story → Battle → Reward → Story 흐름</a:t>
            </a:r>
          </a:p>
          <a:p>
            <a:r>
              <a:rPr sz="1800"/>
              <a:t>• 플레이 루프 완성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평가 기준 충족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✓ Input System</a:t>
            </a:r>
          </a:p>
          <a:p>
            <a:r>
              <a:rPr sz="1800"/>
              <a:t>✓ 조작 구현</a:t>
            </a:r>
          </a:p>
          <a:p>
            <a:r>
              <a:rPr sz="1800"/>
              <a:t>✓ 상태 처리</a:t>
            </a:r>
          </a:p>
          <a:p>
            <a:r>
              <a:rPr sz="1800"/>
              <a:t>✓ 상호작용</a:t>
            </a:r>
          </a:p>
          <a:p>
            <a:r>
              <a:rPr sz="1800"/>
              <a:t>✓ 게임 흐름</a:t>
            </a:r>
          </a:p>
          <a:p>
            <a:r>
              <a:rPr sz="1800"/>
              <a:t>✓ 플레이 루프</a:t>
            </a:r>
          </a:p>
          <a:p>
            <a:r>
              <a:rPr sz="1800"/>
              <a:t>※ Cinemachine 미구현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"/>
            <a:ext cx="10972800" cy="457200"/>
          </a:xfrm>
        </p:spPr>
        <p:txBody>
          <a:bodyPr wrap="square"/>
          <a:lstStyle/>
          <a:p>
            <a:pPr>
              <a:defRPr sz="2800"/>
            </a:pPr>
            <a:r>
              <a:rPr sz="1800"/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120640" cy="5394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000"/>
            </a:pPr>
            <a:r>
              <a:rPr sz="1800"/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